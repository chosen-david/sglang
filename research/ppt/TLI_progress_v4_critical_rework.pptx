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TLI: Two-Level Indexer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267919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0000"/>
                </a:solidFill>
              </a:rPr>
              <a:t>批判性数据复盘、研究结论重写与论文级图表整理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309067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</a:rPr>
              <a:t>基于 TLI_progress_v4：Qwen3-8B/32B × real trace × sglang prototype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6636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2026-09-25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4096512"/>
            <a:ext cx="6126480" cy="0"/>
          </a:xfrm>
          <a:prstGeom prst="line">
            <a:avLst/>
          </a:prstGeom>
          <a:noFill/>
          <a:ln w="12700">
            <a:solidFill>
              <a:srgbClr val="9E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critical version · all numbers marked as from user PPT unless noted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Verdict – 数据支持什么，不支持什么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核心结论：算法证据已明显收敛，但论文 claim 需要从“全局胜出”改成“质量守恒 + 索引侧降本 + 负结果护城河”。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Go: A / B' / D' 方向成立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0175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A 的边界最清楚：L1 可压，L2 不可压；B' 由“聚类”重定位为 far/near 预算；D' 层跳过跨 8B/32B 复验。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7E8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344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Caution: 系统速度 claim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0175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6.6× 是相对 M3 原型的工程进步；但 10K 档仍需诚实承认 triton graph 更快，真正收益要在 131K/H100 主表兑现。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123444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344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No-Go risk: gate 泛化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1691640"/>
            <a:ext cx="30175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D' 使用离线/任务相关校准；全局掩码与 per-task 重校准曾失败，必须做 held-out 长度/任务验证。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1097280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46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建议的新主张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3675888"/>
            <a:ext cx="106070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TLI 在 LongBench-13 上接近 TIA 质量（AVG 49.92 vs TIA 50.06），但不应声称超过 FullKV。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真正贡献是：把 two-level indexer 的“粗筛维度、远端预算、层级跳过”边界用实测和负结果画清楚。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系统贡献需要分层表述：operator/index side 已有 2.57×，端到端必须等待 H100 / 131K / RULER-NIAH 主表。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Evidence: contribution summary, LongBench table, system notes, and todo list in TLI_progress_v4.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 Reframed – 不是“近端集中”，而是 sink / near / far 三层分解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批判点：total mass 会被 sink 稀释，不能作为候选质量的主要指标。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mass_decomposition_interv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80644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234440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34416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论文应采用的质量口径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691640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剩余/竞争区 mass coverage、remote recall、end-task score 三者同时报，避免 dense top-1024 mass=1.0000 这种“看起来完美”的假象。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03720" y="2514600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262432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当前数据支持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971800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sink: 0.37–0.71；near: 0.16–0.29；far: 0.02–0.29。far 小但任务相关，是 B' / D' 的核心理由。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03720" y="3794760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39044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仍需补证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0" y="4251960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按任务、层、head 分解 remote recall；LongBench 之外增加 RULER/NIAH/passkey，直接压力测试 far 检索。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Source: H1 mass ranges and metric warning from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Coverage – 当前数据覆盖与论文缺口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把“已有证据”与“投稿前必须补齐”分开，否则 claim 很容易被审稿人抓住。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377440" cy="356616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35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03120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A: L1 selected dimensions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B': far/near budget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D': calibrated skip mask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377440" cy="356616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35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103120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LongBench-13 已完成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TIA-level quality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negative results 丰富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377440" cy="356616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35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103120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sglang M3–M7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4bit kq 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index/fused kernel E8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23960" y="1325880"/>
            <a:ext cx="2377440" cy="3566160"/>
          </a:xfrm>
          <a:prstGeom prst="roundRect">
            <a:avLst>
              <a:gd name="adj" fmla="val 1923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435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Missing axis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1783080"/>
            <a:ext cx="2103120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H100 / 131K 主表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RULER/NIAH/passkey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held-out gate validation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审稿视角结论：当前最像“系统 + 方法边界”论文；还不是“广泛优于所有 baseline”的充分证据。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LongBench-13 Main Result – 保 TIA 质量，而不是击败 FullKV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核心数字：TLI AVG=49.92，TIA=50.06，FullKV=50.36。质量 claim 要收紧。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longbench_average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5394960" cy="2834640"/>
          </a:xfrm>
          <a:prstGeom prst="rect">
            <a:avLst/>
          </a:prstGeom>
        </p:spPr>
      </p:pic>
      <p:pic>
        <p:nvPicPr>
          <p:cNvPr id="6" name="Image 1" descr="/mnt/data/tli_critical_rework/figures/fig_longbench_delta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51560"/>
            <a:ext cx="516636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4315968"/>
            <a:ext cx="50749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总体：TLI −0.14 vs TIA，−0.44 vs FullKV；这是“近似守恒”，不是“全面更好”。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负向任务：musique / gov_report / qmsum / repobench-p 需要逐项解释，不能只报平均。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正向任务：2wikimqa、hotpotqa、passage_ret_en 支持 far/near 分区预算的价值，但要做统计显著性或多 seed/多样本区间。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Data redrawn from LongBench table in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Diagnosis – 哪些任务会拖累 TLI？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把退化任务写成诊断和风险控制，反而比只报平均更像论文。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Long-form summarization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gov_report −1.02 vs TIA；qmsum −1.13；multi_news 接近持平。可能不是 far 检索，而是层跳过/预算对全局信息聚合的干扰。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FFF7E8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Multi-hop QA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musique −0.93 vs TIA，但 hotpotqa 与 2wikimqa 反而略好。说明 D' gate 不能按“任务类别”粗暴迁移。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23444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Code / 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1691640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lcc −0.40 vs TIA，repobench-p −0.81。可能需要 report exact-match / pass@k 或 repo 层级定位分析。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建议新增三张诊断图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105156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每个任务的 sink/near/far residual coverage 与 score delta 相关性。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D' 是否启用 × score delta 的二维表，区分 gate 伤害与预算伤害。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远端 token 被近端挤出比例：TIA vs TLI-B'，证明 B' 的必要性。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A – L1 可粗，L2 必须精：这是最强边界结论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从“少量维度粗筛”升级为 two-level indexer 的非对称压缩定律。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compression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6692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280160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3898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可写成论文贡献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0" y="1737360"/>
            <a:ext cx="41605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L1 min/max 上界只需低频尾维；d=32→16 质量不变，L2 可吸收 L1 的过召回。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12280" y="2514600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262432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不能过度压缩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2971800"/>
            <a:ext cx="41605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L2 δ=16→8 后 coverage 0.953→0.782，far-heavy 层最差 0.34；说明最终评分层没有兜底。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12280" y="3749040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385876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下一步强证据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4206240"/>
            <a:ext cx="41605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画 layer/head heatmap：哪些 head 低频尾维稳定？32B 上机制强度递减是否与 RoPE/head_dim/GQA 相关？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Data redrawn from A/M6 evidence in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Rewritten Mechanism – selected-dim 是 L1 上界，不是最终相似度替代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这样表述更稳：粗筛允许 over-select，细筛不允许漏召回。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2801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1F5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92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Q,K cache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full dim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2176272"/>
            <a:ext cx="73152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07792" y="1828800"/>
            <a:ext cx="14630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low-frequency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tail dims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2176272"/>
            <a:ext cx="73152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93792" y="1828800"/>
            <a:ext cx="15087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8928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L1 block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min/max bound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48272" y="2176272"/>
            <a:ext cx="74980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16368" y="1828800"/>
            <a:ext cx="12344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77C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89280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over-select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blocks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96528" y="2176272"/>
            <a:ext cx="73152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55480" y="1828800"/>
            <a:ext cx="16916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9E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8928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L2 full / 4bit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token 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关键设计原则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547872"/>
            <a:ext cx="102412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L1 目标不是精确排序，而是低成本保留候选集；因此可以牺牲 precision 换 recall。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L2 是最终 token 级分数，必须保留足够维度 / 量化精度；否则远端 token 没有下游纠错。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论文中应明确把 A 称为 positional-stable subspace bound，而不是泛泛的 dimension selection。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B' – 聚类不是主线，far/near 分区预算才是正确形态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批判结论：原 cluster 方案应作为 negative result；主方法应强调预算公平性。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Original B: cluster representative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严格 token budget + per-head 口径下，km_blk 0.09–0.39；km_tok 无一致优势。整簇超选曾造成虚高。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98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B': far/near partition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远端独立 top-K2 池，防止 near tokens 挤出 far tokens；far_tokens 128–256 即饱和。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18872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298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Paper framing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1645920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这不是“更复杂聚类”，而是 two-level selection 的 budget allocation / fairness 问题。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3154680"/>
            <a:ext cx="1828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1F5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near 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last 2048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4023360"/>
            <a:ext cx="1828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C77C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87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far 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middle region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3456432"/>
            <a:ext cx="1143000" cy="0"/>
          </a:xfrm>
          <a:prstGeom prst="line">
            <a:avLst/>
          </a:prstGeom>
          <a:noFill/>
          <a:ln w="15240">
            <a:solidFill>
              <a:srgbClr val="1F5F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6080" y="4315968"/>
            <a:ext cx="1143000" cy="0"/>
          </a:xfrm>
          <a:prstGeom prst="line">
            <a:avLst/>
          </a:prstGeom>
          <a:noFill/>
          <a:ln w="15240">
            <a:solidFill>
              <a:srgbClr val="C77C0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338328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9E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4472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independent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L2 budget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3822192"/>
            <a:ext cx="105156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9480" y="3383280"/>
            <a:ext cx="219456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44728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merge + final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attention candidates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533095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必须补的图：far token recall vs far_tokens 曲线；当前只有“128–256 饱和”的文字结论。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D' – 离线层跳过有效，但 gate 泛化是最大风险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8B/32B 跨规模复验很强；问题是 deployment policy 是否非 oracle。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layer_skip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512064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23444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3441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强证据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1691640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8B 跳 13/36 层；32B 跳 41/64 层，precision 0.993。说明 far 价值低层在深模型中更普遍。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2450592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560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失败历史应写入论文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2907792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在线信号 corr≈0；far 总量判据重叠；全局掩码跨任务不泛化；per-task 重校准也受长度失配影响。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3666744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37764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建议最终 gate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4123944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训练-free 版本：小校准集 × 固定长度区间 × held-out 验证；报告 gate 的 precision/recall 与误跳损失。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Data redrawn from D' cross-scale evidence in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Revised TLI Architecture – 让 A/B'/D' 形成一条可审稿的故事线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从“多个技巧”改写为：metric-aware two-level selection with calibrated far retrieval.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1F5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KV cache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4bit KQ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1783080"/>
            <a:ext cx="79552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17320"/>
            <a:ext cx="14630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D' skip mask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E0000"/>
                </a:solidFill>
              </a:rPr>
              <a:t>calibrated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75895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38928" y="1417320"/>
            <a:ext cx="16002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A: L1 bound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lowfreq dims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78308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07808" y="1417320"/>
            <a:ext cx="16002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77C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B': L2 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77C02"/>
                </a:solidFill>
              </a:rPr>
              <a:t>near / far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81160" y="1783080"/>
            <a:ext cx="73152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40112" y="141732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1F5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14813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sparse attn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</a:rPr>
              <a:t>selected KV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606040"/>
            <a:ext cx="0" cy="91440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614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L1 可过召回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2606040"/>
            <a:ext cx="0" cy="914400"/>
          </a:xfrm>
          <a:prstGeom prst="line">
            <a:avLst/>
          </a:prstGeom>
          <a:noFill/>
          <a:ln w="13970">
            <a:solidFill>
              <a:srgbClr val="9E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0000"/>
                </a:solidFill>
              </a:rPr>
              <a:t>L2 不可漏召回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102412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D' 减少需要远端检索的层数；A 减少 L1 粗筛读/算；B' 保证 far candidates 不被 near crowd out。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四个输出同时报告：residual mass coverage、LongBench/RULER score、index FLOPs、E2E decode latency。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Result – 工程进步真实，但需要更严格 baseline 叙事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把 “M3→M5 6.6×” 和 “vs triton 的差距” 分开写。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decode_latency_cri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7607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234440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34416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可以 claim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0" y="1691640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sglang integration 路线清晰：batching → CUDA graph → 4bit KQ → prefill fast path，每步都有 replay/e2e 对拍。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12280" y="2542032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26517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不能 claim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299923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在 10K 档，稀疏路径仍慢于 triton 全量；当前 6.6× 是相对原型的 speedup，不是最终系统胜利。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12280" y="3858768"/>
            <a:ext cx="4434840" cy="100584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39684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下一张主表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4315968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bs × context length × H20/H100：Full/Triton、TIA、TLI-A、TLI-A+B'、TLI-full。只在 64K/128K 才能证明 HBM 节省。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Decode table and system notes redrawn from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/ Fused Kernel – 省算集中在 skip layers 与 L1，不要包装成 attention 主算子胜利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E8 的正确解释：index-side efficiency improves; attention main compute is still K2-bound.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pic>
        <p:nvPicPr>
          <p:cNvPr id="5" name="Image 0" descr="/mnt/data/tli_critical_rework/figures/fig_operator_speed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61288"/>
            <a:ext cx="580644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234440"/>
            <a:ext cx="4343400" cy="914400"/>
          </a:xfrm>
          <a:prstGeom prst="roundRect">
            <a:avLst>
              <a:gd name="adj" fmla="val 5000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3441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已成立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全层平均 index FLOP 2.57×；跳层 4.88×；L1 fused 3.6×/1.6×。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03720" y="2450592"/>
            <a:ext cx="4343400" cy="91440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2560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需谨慎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907792"/>
            <a:ext cx="4069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L2 级联 fused 仅 1.63×；完整两级只剩 2 launches，但 topk 分工仍可能受 memory/launch/torch 调度影响。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03720" y="3666744"/>
            <a:ext cx="4343400" cy="91440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37764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建议系统图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0" y="4123944"/>
            <a:ext cx="4069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分离 report：index latency、select latency、sparse attention latency、decode E2E。否则 2.57× FLOP 容易被质疑对 E2E 不敏感。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0352" y="62819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777777"/>
                </a:solidFill>
              </a:rPr>
              <a:t>Operator speedups redrawn from E8 text in uploaded progress PPT.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Results – 不只是附录，而是论文护城河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建议把失败路线写成 methodology contribution：公平预算、正确指标、正确分工。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10835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984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000"/>
                </a:solidFill>
              </a:rPr>
              <a:t>Cluster representatives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46120" y="12984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严格 token budget 后无一致优势；整簇超选导致早期虚高。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0" y="1298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5F8B"/>
                </a:solidFill>
              </a:rPr>
              <a:t>Method choice: B' partition budget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38528"/>
            <a:ext cx="1083564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482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000"/>
                </a:solidFill>
              </a:rPr>
              <a:t>Online adaptive signal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在线 L1 信号与 far 质量 corr≈0。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06640" y="2048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5F8B"/>
                </a:solidFill>
              </a:rPr>
              <a:t>Method choice: offline calibration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688336"/>
            <a:ext cx="10835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9806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000"/>
                </a:solidFill>
              </a:rPr>
              <a:t>Cross-layer reuse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2798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mask IoU 0.33，decode churn 22%。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06640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5F8B"/>
                </a:solidFill>
              </a:rPr>
              <a:t>No shortcut across layers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438144"/>
            <a:ext cx="1083564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47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000"/>
                </a:solidFill>
              </a:rPr>
              <a:t>Total-mass metric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46120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dense top-1024 mass coverage=1.0，区分度消失。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06640" y="35478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5F8B"/>
                </a:solidFill>
              </a:rPr>
              <a:t>Metric choice: residual mass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187952"/>
            <a:ext cx="10835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97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000"/>
                </a:solidFill>
              </a:rPr>
              <a:t>L2 dim compression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42976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δ=8 后 coverage 0.953→0.782。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5F8B"/>
                </a:solidFill>
              </a:rPr>
              <a:t>Boundary: L2 must be precise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写法建议：每个 negative result 都要对应一个 final design decision，否则会像“实验流水账”。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Revised Paper Claims – 把 claim 收紧后更强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强 claim 不等于大 claim；审稿更看重因果链和公平比较。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441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Claim 1: 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892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Long-context sparse retrieval should be evaluated by residual/competitive mass, not total attention mass dominated by sink tokens.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D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Claim 2: Asymmetric compression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892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In two-level indexing, L1 can use positional-stable low-dimensional bounds; L2 must keep precise token scores.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7E8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044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Claim 3: Calibrated far 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892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Explicit far/near budget plus calibrated layer skip preserves TIA-level quality while reducing index-side compute.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234440"/>
            <a:ext cx="4663440" cy="960120"/>
          </a:xfrm>
          <a:prstGeom prst="roundRect">
            <a:avLst>
              <a:gd name="adj" fmla="val 4762"/>
            </a:avLst>
          </a:prstGeom>
          <a:solidFill>
            <a:srgbClr val="F8EAEA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3441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Avoid claiming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691640"/>
            <a:ext cx="43891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“beats FullKV”, “universal gate”, “faster than triton/FlashAttention everywhere”, “cluster is useful”.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2514600"/>
            <a:ext cx="4663440" cy="960120"/>
          </a:xfrm>
          <a:prstGeom prst="roundRect">
            <a:avLst>
              <a:gd name="adj" fmla="val 4762"/>
            </a:avLst>
          </a:prstGeom>
          <a:solidFill>
            <a:srgbClr val="F3F3F3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6243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Evidence needed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971800"/>
            <a:ext cx="43891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H100/131K main table; RULER/NIAH; ablation of A/B'/D'; held-out gate; raw latency breakdown.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3794760"/>
            <a:ext cx="4663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904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Best venue framing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43891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MLSys/ASPLOS/SC style: algorithmic boundary + systems integration + negative results; not pure ML accuracy paper yet.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 Experiment Matrix – 还差哪些表才能闭环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优先补能直接打消审稿质疑的实验，而不是继续堆小优化。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1280160" cy="347472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2529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2377440" cy="347472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225296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2834640" cy="347472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2529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add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26680" y="1143000"/>
            <a:ext cx="3611880" cy="347472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225296"/>
            <a:ext cx="3520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554480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16459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Model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011680" y="155448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6459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Qwen3-8B/32B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28346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6459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Llama/Qwen/Mistral or at least one non-Qwen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26680" y="1554480"/>
            <a:ext cx="36118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81544" y="164592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泛化，防止 RoPE/架构特例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94360" y="2103120"/>
            <a:ext cx="128016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21945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Length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011680" y="2103120"/>
            <a:ext cx="23774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6544" y="21945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10K/trace + 131K unlocked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28346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19456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32K/64K/128K main table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726680" y="2103120"/>
            <a:ext cx="361188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81544" y="219456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证明 HBM traffic 论点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94360" y="2651760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Bench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011680" y="265176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66544" y="27432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LongBench-13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663440" y="2651760"/>
            <a:ext cx="28346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7432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RULER + NIAH/passkey + PPL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726680" y="2651760"/>
            <a:ext cx="36118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81544" y="274320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压力测试 far retrieval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94360" y="3200400"/>
            <a:ext cx="128016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32918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System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2011680" y="3200400"/>
            <a:ext cx="23774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66544" y="32918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2×H20/M3–M7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663440" y="3200400"/>
            <a:ext cx="28346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2918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H100/H20 side-by-side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726680" y="3200400"/>
            <a:ext cx="361188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81544" y="32918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硬件结论可迁移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94360" y="3749040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384048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Ablation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2011680" y="374904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66544" y="38404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A/B'/D' pieces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4663440" y="3749040"/>
            <a:ext cx="28346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84048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A only / B' only / D' only / combos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7726680" y="3749040"/>
            <a:ext cx="36118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81544" y="384048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证明因果贡献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94360" y="4297680"/>
            <a:ext cx="128016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" y="4389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9E0000"/>
                </a:solidFill>
              </a:rPr>
              <a:t>Gate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011680" y="4297680"/>
            <a:ext cx="23774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66544" y="43891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far-total heuristic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4663440" y="4297680"/>
            <a:ext cx="283464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43891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held-out task/length calibration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7726680" y="4297680"/>
            <a:ext cx="3611880" cy="502920"/>
          </a:xfrm>
          <a:prstGeom prst="rect">
            <a:avLst/>
          </a:prstGeom>
          <a:solidFill>
            <a:srgbClr val="F8F8F8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81544" y="438912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消除 oracle 风险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/ No-Go Criteria – 用硬阈值管理下一阶段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这些阈值建议放到研究日志中，避免只看有利样本。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LongBench AVG ≥ TIA −0.3；关键 far tasks 无 &gt;1.5 分退化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03320" y="12801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若多跳/检索任务持续退化，B'/D' 需要重写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939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Far recall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41448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residual mass coverage ≥0.95；远端 recall 单独报告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212140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总 mass coverage 不再作为主指标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35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Gate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held-out precision ≥0.98；误跳层带来的分数损失 &lt;0.3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2962656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否则 D' 只能作为 oracle/ablation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666744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77C0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76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C02"/>
                </a:solidFill>
              </a:rPr>
              <a:t>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123944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131K/H100 decode E2E 明显快于 dense/triton baseline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03320" y="3803904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否则系统贡献降级为 prototype engineering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507992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0000"/>
                </a:solidFill>
              </a:rPr>
              <a:t>Index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965192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index-side speedup ≥2× 且占 E2E 比例足够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464515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否则 2.57× FLOP 对用户不可见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2 Weeks – 最小成本验证路线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优先把最可能被审稿人攻击的问题提前打掉。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11480" cy="411480"/>
          </a:xfrm>
          <a:prstGeom prst="ellipse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35024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复现主表脚本化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2527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固定 seed、固定输出、保存 raw json/csv，LongBench-13 每任务置信区间。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82980" y="1673352"/>
            <a:ext cx="0" cy="29260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93392"/>
            <a:ext cx="411480" cy="411480"/>
          </a:xfrm>
          <a:prstGeom prst="ellipse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93976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RULER/NIAH 快速补测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先做 32K/64K，小模型验证 far retrieval 是否真的稳定。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2980" y="2432304"/>
            <a:ext cx="0" cy="29260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752344"/>
            <a:ext cx="411480" cy="411480"/>
          </a:xfrm>
          <a:prstGeom prst="ellipse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52928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7706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Gate held-out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770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按任务/长度切分校准集与测试集，报告误跳层损失。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2980" y="3191256"/>
            <a:ext cx="0" cy="29260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11296"/>
            <a:ext cx="411480" cy="411480"/>
          </a:xfrm>
          <a:prstGeom prst="ellipse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11880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352958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A/B'/D' ablation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35295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A only、B' only、D' only、A+B'、full TLI。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980" y="3950208"/>
            <a:ext cx="0" cy="29260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70248"/>
            <a:ext cx="411480" cy="411480"/>
          </a:xfrm>
          <a:prstGeom prst="ellipse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370832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42885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</a:rPr>
              <a:t>H100/131K pilot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288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只跑最关键 batch/context 点，证明长上下文 HBM 收益。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目标：把“看起来能发”变成“审稿人最关心的反例也过了”。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– 本次重制交付物与可替换数据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所有论文级图均由 CSV 生成，后续可直接替换为真实 raw results。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09960" cy="0"/>
          </a:xfrm>
          <a:prstGeom prst="line">
            <a:avLst/>
          </a:prstGeom>
          <a:noFill/>
          <a:ln w="762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42416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PPT：TLI_progress_v4_critical_rework.pptx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研究报告：TLI_critical_research_report.md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图源：figures/*.svg + *.png；数据源：data/*.csv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重制图包括：LongBench delta heatmap、质量均值柱图、attention mass range、A 压缩边界、D' 跳层 scaling、decode latency critical view、E8 operator speedup。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注意：本次没有伪造新实验；所有数值均来自上传 PPT 的可读文本或由其中数字计算得到。缺失的 far_tokens 曲线、RULER/NIAH、H100/131K 被明确标为待补。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4800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0000"/>
                </a:solidFill>
              </a:rPr>
              <a:t>Critical note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当前版本刻意弱化“已经全部完成”的语气，强化“哪些结论真实成立、哪些还需补证”。这会让开题/组会更可信，也更接近论文审稿标准。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67160" y="649224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TLI progress v4 critical review · source: uploaded PPT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TLI Critical Research Update</dc:title>
  <dc:subject>Critical review and research update for TLI</dc:subject>
  <dc:creator>OpenAI</dc:creator>
  <cp:lastModifiedBy>OpenAI</cp:lastModifiedBy>
  <cp:revision>1</cp:revision>
  <dcterms:created xsi:type="dcterms:W3CDTF">2026-09-25T07:54:21Z</dcterms:created>
  <dcterms:modified xsi:type="dcterms:W3CDTF">2026-09-25T07:54:21Z</dcterms:modified>
</cp:coreProperties>
</file>