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TLI 终局判决（v9，2026-09-30）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E72 全量终判 mavg 50.54 + B7s 双基准双超 + E64a-j 消融全家桶 + E67 gate 真判决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A7D44"/>
                </a:solidFill>
              </a:defRPr>
            </a:pPr>
            <a:r>
              <a:t>50.54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E72 mavg LongBench 13 任务 AVG</a:t>
            </a:r>
            <a:br/>
            <a:r>
              <a:t>vs FullKV +0.18 / TIA +0.48 / Quest +2.82</a:t>
            </a:r>
            <a:br/>
            <a:r>
              <a:t>（TLI 系列新高，快筛幅度全量兑现）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4630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A7D44"/>
                </a:solidFill>
              </a:defRPr>
            </a:pPr>
            <a:r>
              <a:t>87.93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RULER 33 任务（B7s 严格口径）</a:t>
            </a:r>
            <a:br/>
            <a:r>
              <a:t>vs C0 +0.17 反超；L16384 +0.91</a:t>
            </a:r>
            <a:br/>
            <a:r>
              <a:t>（双基准主叙事行，mavg 臂未跑 RULER）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4630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A7D44"/>
                </a:solidFill>
              </a:defRPr>
            </a:pPr>
            <a:r>
              <a:t>34.76</a:t>
            </a:r>
          </a:p>
          <a:p>
            <a:pPr>
              <a:defRPr sz="1100">
                <a:solidFill>
                  <a:srgbClr val="555555"/>
                </a:solidFill>
              </a:defRPr>
            </a:pPr>
            <a:r>
              <a:t>musique e2e F1 全方法新高</a:t>
            </a:r>
            <a:br/>
            <a:r>
              <a:t>（FullKV 32.14 +2.62 / TIA 32.28 +2.48）</a:t>
            </a:r>
            <a:br/>
            <a:r>
              <a:t>多跳 far-heavy 独享大增益 = 机制证据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3A7D44"/>
                </a:solidFill>
              </a:defRPr>
            </a:pPr>
            <a:r>
              <a:t>• 分区创新点 e2e 判决成立：LongBench +0.25 / RULER +0.17 双口径（vs C0 单池）</a:t>
            </a:r>
          </a:p>
          <a:p>
            <a:pPr>
              <a:defRPr sz="1350">
                <a:solidFill>
                  <a:srgbClr val="2F6F9F"/>
                </a:solidFill>
              </a:defRPr>
            </a:pPr>
            <a:r>
              <a:t>• 最优配置定稿：mavg=(minmax,avg) α=0.125 β=0.375 γ=0.125（E72 快筛 β 升级 +1.07 → 全量 +0.13）</a:t>
            </a:r>
          </a:p>
          <a:p>
            <a:pPr>
              <a:defRPr sz="1350">
                <a:solidFill>
                  <a:srgbClr val="C1443C"/>
                </a:solidFill>
              </a:defRPr>
            </a:pPr>
            <a:r>
              <a:t>• 口径鸿沟（方法论贡献 #8）：trace mass 排名与 e2e F1 排名五臂系统性反转——双口径必须都测都报告</a:t>
            </a:r>
          </a:p>
          <a:p>
            <a:pPr>
              <a:defRPr sz="1350">
                <a:solidFill>
                  <a:srgbClr val="222222"/>
                </a:solidFill>
              </a:defRPr>
            </a:pPr>
            <a:r>
              <a:t>• E67 gate 真判决（τ0.005 非 no-op，触发率实质非零）：多跳微损不崩 → gate 定位 = 安全省算力保守开关</a:t>
            </a:r>
          </a:p>
          <a:p>
            <a:pPr>
              <a:defRPr sz="1350">
                <a:solidFill>
                  <a:srgbClr val="222222"/>
                </a:solidFill>
              </a:defRPr>
            </a:pPr>
            <a:r>
              <a:t>• 负结果资产：聚类代表（口径陷阱）/ 监督投影 e2e 崩 / TC 化反慢 0.63× / 异 method 组合无增益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论文主表：双基准四方法终值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paper_main_table.json；LongBench 13 任务 + RULER 33 任务（三长度平均）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91885"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222222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222222"/>
                          </a:solidFill>
                        </a:defRPr>
                      </a:pPr>
                      <a:r>
                        <a:t>LongBench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50" b="1">
                          <a:solidFill>
                            <a:srgbClr val="222222"/>
                          </a:solidFill>
                        </a:defRPr>
                      </a:pPr>
                      <a:r>
                        <a:t>RULER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FullKV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88.71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47.72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79.95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88.35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TLI_C0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87.76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TLI_B7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87.93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TLI_E72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- (not run)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062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A7D44"/>
                </a:solidFill>
              </a:defRPr>
            </a:pPr>
            <a:r>
              <a:t>• TLI_E72 = LongBench 列最优 50.54：training-free 稀疏索引器首次超 FullKV（+0.18）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TLI_B7 保持双基准叙事：LongBench 50.41 双超 + RULER 87.93（+0.17），长度梯度 −0.14→−0.25→+0.91</a:t>
            </a:r>
          </a:p>
          <a:p>
            <a:pPr>
              <a:defRPr sz="1250">
                <a:solidFill>
                  <a:srgbClr val="3A7D44"/>
                </a:solidFill>
              </a:defRPr>
            </a:pPr>
            <a:r>
              <a:t>• musique 34.76（FullKV +2.62）：分区 far 检索的预算分配增益在多跳 far-heavy 任务最纯粹兑现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Quest 双基准最弱（47.72/79.95）——外部 baseline 领先幅度 LongBench +2.8；唯一明显损失 narrativeqa 23.96（−0.50）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E72：五 method 组合 e2e 判决（快筛→全量兑现）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e72_screen_verdict.json + full_scores.json；trace mass 与 e2e F1 排名系统性反转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417"/>
                <a:gridCol w="1541417"/>
                <a:gridCol w="1541417"/>
                <a:gridCol w="1541417"/>
                <a:gridCol w="1541417"/>
                <a:gridCol w="1541417"/>
                <a:gridCol w="1541418"/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arm (far,near)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α/β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hotpotqa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musique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screen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trace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trace rank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mavg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0.125/0.375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54.43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34.76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44.59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0.9012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aavg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0.125/0.25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54.72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32.82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43.77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0.8036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mminmax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0.375/0.375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53.27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0.9116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mavg</a:t>
                      </a:r>
                    </a:p>
                    <a:p>
                      <a:pPr>
                        <a:defRPr sz="1150" b="0"/>
                      </a:pPr>
                      <a:r>
                        <a:t>β=.25 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0.125/0.25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54.23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32.82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43.52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0.9166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cavg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0.125/0.375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53.43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42.87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0.9033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4805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A7D44"/>
                </a:solidFill>
              </a:defRPr>
            </a:pPr>
            <a:r>
              <a:t>• 全量终判：mavg 13 任务 AVG 50.54 = 系列新高（vs B7s +0.13；musique +1.94 幅度与快筛精确一致）</a:t>
            </a:r>
          </a:p>
          <a:p>
            <a:pPr>
              <a:defRPr sz="1250">
                <a:solidFill>
                  <a:srgbClr val="C1443C"/>
                </a:solidFill>
              </a:defRPr>
            </a:pPr>
            <a:r>
              <a:t>• trace 第 4 的 mavg → e2e 全量冠军；trace 垫底 aavg → e2e 第 2——「trace mass 排名不可替代 e2e 判决」获全量确认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β=0.375 &gt; β=0.25（快筛 +1.07 → 全量 +0.13）：近端预算份额宜超区域份额，跨口径一致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cavg（cluster far）e2e 健康但末位 42.87——E4d trace 结论未在 e2e 兑现；其余 8 任务 mavg vs B7s 全部 0~−0.44 噪声级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消融定稿：六维参数空间（E64a-j，132 臂 + E72 五臂 e2e）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用户一般化框架：mid 分 near/far → 降维 → 双区各自粗筛+细筛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918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终值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依据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α（near 区比例）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51+81 臂网格单调递减；最优内部臂恒 α.125（E64a/g）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β（near 页预算）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恒 ≥α；e2e 同 method β.375&gt;.25（E64i +0.001~+0.014 + E72 快筛 +1.07→全量 +0.13）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γ（near token 预算）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0.125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必须随 K2 等比缩放；γ.5 在 K2=1024 far 崩（B0 13.51 教训）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far_method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minmax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块上界 mono 最稳 0.9166（E64a）；e2e 冠军臂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near_method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near 侧自由度 ≤0.003（E64i 紧/宽预算双口径）；异 method 组合创新点删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降维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粗筛尾维 32 / 细筛 PCA d16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 b="0"/>
                      </a:pPr>
                      <a:r>
                        <a:t>E3/E65；监督投影 e2e 崩（negative，E66 LOTO 92-94%）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A7D44"/>
                </a:solidFill>
              </a:defRPr>
            </a:pPr>
            <a:r>
              <a:t>• 分区价值主张：near 免 min/max 打分 = 结构性带宽节省（near_method=avg）+ 紧预算分配质量（e2e 判决）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kernel 资产：fused L1 3.6× / L2 级联 1.63× / M11 prefill e2e 4.30×；「L1 容多选、L2 不能」级联边界教训</a:t>
            </a:r>
          </a:p>
          <a:p>
            <a:pPr>
              <a:defRPr sz="1250">
                <a:solidFill>
                  <a:srgbClr val="C1443C"/>
                </a:solidFill>
              </a:defRPr>
            </a:pPr>
            <a:r>
              <a:t>• negative results 全家桶：聚类代表（超选+平均化口径陷阱）/ TC 化反慢 0.63× / 在线信号失效 / 跨层复用失效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E67：感知型 per-request gate 真判决（升 τ）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pred_e67_tau01_score.json；对照 = gate_off（musique 27.57 / qasper 40.37）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触发程度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musique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qasper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判决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0.01（E5b 默认）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近 no-op（1.1% 输出分歧）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「无损」证据强度不足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0.005（tau01）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实质非零（11.8% 实体级分歧）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27.80 (+0.23)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39.96 (−0.41)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微损不崩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0.015（tau02）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安全/多跳边界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进行中（GPU1）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进行中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50" b="0"/>
                      </a:pPr>
                      <a:r>
                        <a:t>待出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4048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A7D44"/>
                </a:solidFill>
              </a:defRPr>
            </a:pPr>
            <a:r>
              <a:t>• τ0.005 真判决：触发率实质非零下多跳微损（合计 −0.18/任务对，噪声级）——对照静态版掉 4.8-5.9 分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per-request 动态信号（prefill last1 corr 0.924）确实防住反向错误（far 重要的层不跳）</a:t>
            </a:r>
          </a:p>
          <a:p>
            <a:pPr>
              <a:defRPr sz="1250">
                <a:solidFill>
                  <a:srgbClr val="2F6F9F"/>
                </a:solidFill>
              </a:defRPr>
            </a:pPr>
            <a:r>
              <a:t>• gate 终定位 = 「安全省算力的保守开关」而非精度增益点：正收益（省算力换精度）未兑现</a:t>
            </a:r>
          </a:p>
          <a:p>
            <a:pPr>
              <a:defRPr sz="1250">
                <a:solidFill>
                  <a:srgbClr val="222222"/>
                </a:solidFill>
              </a:defRPr>
            </a:pPr>
            <a:r>
              <a:t>• 速度侧资产（trace 重放）：跳 near 空间 31% 层/2.3% mass@τ0.1 &gt; 跳 far 12%/1.7%；τ≥0.2 才有可观跳层空间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6F9F"/>
                </a:solidFill>
              </a:defRPr>
            </a:pPr>
            <a:r>
              <a:t>结论与剩余工作</a:t>
            </a:r>
          </a:p>
          <a:p>
            <a:pPr>
              <a:defRPr sz="1200">
                <a:solidFill>
                  <a:srgbClr val="555555"/>
                </a:solidFill>
              </a:defRPr>
            </a:pPr>
            <a:r>
              <a:t>#74 步骤①-⑤完成（创新点终评 + 一般化框架 + 主表 + PPT + 数字终审）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A7D44"/>
                </a:solidFill>
              </a:defRPr>
            </a:pPr>
            <a:r>
              <a:t>• 主结果：LongBench 50.54（E72 mavg）/ RULER 87.93（B7s）——training-free 稀疏索引器双基准逼近或超越 FullKV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创新点定稿：A 子空间粗筛（保留）/ B' 分区预算（保留，e2e 成立）/ D' gate（降级「安全开关」消融）/ 口径鸿沟（方法论贡献）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方法叙事统一为一般化框架（§2''）：保护段 + mid 双区 + 六维参数空间 + 双区两级流水线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• 速度三支柱：kernel fused 1.63-3.6× / 30B 64K e2e 1.285× / 8B 稳态 decode 1.21×——对拍精确一致 + 逐字一致</a:t>
            </a:r>
          </a:p>
          <a:p>
            <a:pPr>
              <a:defRPr sz="1400">
                <a:solidFill>
                  <a:srgbClr val="2F6F9F"/>
                </a:solidFill>
              </a:defRPr>
            </a:pPr>
            <a:r>
              <a:t>• 剩余：E67 tau02（τ0.015，GPU1 进行中）/ paper 全文重写（#67 blocked→待启动）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