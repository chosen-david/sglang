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TLI 终局判决（v10，2026-09-30）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双臂格局定形：B7s 双基准最优行 + E72 LongBench 最优行；E67 gate 完整梯度；降维完整故事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50.54 / 87.59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TLI_E72（mavg β.375）</a:t>
            </a:r>
            <a:br/>
            <a:r>
              <a:t>LongBench 新高超 FullKV +0.18</a:t>
            </a:r>
            <a:br/>
            <a:r>
              <a:t>RULER 87.59 诚实并报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50.41 / 87.93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TLI_B7s（β.25）双基准最优行</a:t>
            </a:r>
            <a:br/>
            <a:r>
              <a:t>LongBench 双超 + RULER 反超</a:t>
            </a:r>
            <a:br/>
            <a:r>
              <a:t>L16384 +0.91 长度梯度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34.76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musique e2e F1 全方法新高</a:t>
            </a:r>
            <a:br/>
            <a:r>
              <a:t>（FullKV 32.14 +2.62）</a:t>
            </a:r>
            <a:br/>
            <a:r>
              <a:t>分区 far 检索机制证据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F6F9F"/>
                </a:solidFill>
              </a:defRPr>
            </a:pPr>
            <a:r>
              <a:t>• 双臂互补叙事：LongBench 多跳 far-heavy β.375 占优（musique +1.94）vs RULER 合成 needle β.25 占优（−0.34）——预算配比的任务形态依赖性</a:t>
            </a:r>
          </a:p>
          <a:p>
            <a:pPr>
              <a:defRPr sz="1300">
                <a:solidFill>
                  <a:srgbClr val="C1443C"/>
                </a:solidFill>
              </a:defRPr>
            </a:pPr>
            <a:r>
              <a:t>• 口径鸿沟（方法论贡献 #8）：trace mass 排名与 e2e F1 排名五臂系统性反转——双口径必须都测都报告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E67 gate 完整梯度判决（τ0.005/0.015 双臂）：真触发区间微损不崩 → gate = 安全省算力保守开关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降维完整故事（E65/E66/E73）：tail32 两段互补机理 + far 细筛 PCA d16 唯一推荐 + near 可压有兜底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负结果资产：聚类代表 / 监督投影 e2e 崩 / TC 化反慢 / nope 全链 / 异 method 组合无增益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论文主表 v2：双基准双臂终值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paper_main_table.json；LongBench 13 任务 + RULER 33 任务（三长度平均）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91885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LongBench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RULER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FullKV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88.71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47.72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79.95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88.35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TLI_C0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87.76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TLI_B7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87.93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双基准最优行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TLI_E72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87.59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LongBench 最优行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TLI_E72 RULER 补全终值 87.59（91.34/88.33/83.08）：差距 vs B7s 全部集中于 multikey_3/cwe 两 4bit 粒度难任务族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TLI_B7 vs FullKV 长度梯度干净：−0.14（4K）→ −0.25（8K）→ +0.91（16K 反超）——超长上下文是分区 far 收益区</a:t>
            </a:r>
          </a:p>
          <a:p>
            <a:pPr>
              <a:defRPr sz="1250">
                <a:solidFill>
                  <a:srgbClr val="3A7D44"/>
                </a:solidFill>
              </a:defRPr>
            </a:pPr>
            <a:r>
              <a:t>• musique 34.76（FullKV +2.62）：多跳 far-heavy 任务独享大增益 = 预算分配增益最纯粹机制证据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Quest 双基准最弱（47.72/79.95）；TIA 同门消融基准（50.06/88.35）；vs Quest LongBench +2.8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E72：五 method 组合 e2e 判决（快筛→全量兑现）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e72_screen_verdict.json；trace mass 与 e2e F1 排名系统性反转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17"/>
                <a:gridCol w="1541417"/>
                <a:gridCol w="1541417"/>
                <a:gridCol w="1541417"/>
                <a:gridCol w="1541417"/>
                <a:gridCol w="1541417"/>
                <a:gridCol w="1541418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arm (far,near)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α/β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hotpotqa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musique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screen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trace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trace rank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54.43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44.59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aavg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43.77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0.8036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0.375/0.375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53.27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mavg</a:t>
                      </a:r>
                    </a:p>
                    <a:p>
                      <a:pPr>
                        <a:defRPr sz="1150" b="0"/>
                      </a:pPr>
                      <a:r>
                        <a:t>β=.25 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cavg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53.43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4805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全量终判：mavg 13 任务 AVG 50.54 = 系列新高（musique +1.94 幅度与快筛精确一致）</a:t>
            </a:r>
          </a:p>
          <a:p>
            <a:pPr>
              <a:defRPr sz="1250">
                <a:solidFill>
                  <a:srgbClr val="C1443C"/>
                </a:solidFill>
              </a:defRPr>
            </a:pPr>
            <a:r>
              <a:t>• trace 第 4 的 mavg → e2e 全量冠军；trace 垫底 aavg → e2e 第 2——「trace 排名不可替代 e2e 判决」获全量确认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β=0.375 &gt; β=0.25（LongBench）：近端预算份额宜超区域份额；但 RULER 上反向（β.25 占优 −0.34）——任务形态依赖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降维与投影：完整消融故事（E65 + E66 + E73）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e65_dim_reduction.json / E66 LOTO / e73_nope_reduction.json；trace 重放 8 样本×8 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far mass 捕获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tail32（rope 低频尾16 + nope 尾16）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主表口径；两段互补 +0.22 组合增益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rope 低频尾 16 单独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位置感知段（长程检索主力）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nope 尾 16 单独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内容稳定段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nope 全链（64 维最佳 trunc d32）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E73：差 36pt——纯 nope 否定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细筛 PCA d16（无监督）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0.766 vs 0.804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E65：唯一推荐落地降维（近无损）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训练投影 wsvd（E66 LOTO）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基线 92-94%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跨数据集成立但 e2e 崩——口径鸿沟 negative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tail32 互补性机理（E73 新发现）：32 维子空间的威力 = 位置感知段 + 内容稳定段各取所长——解释 random32 崩 vs tail32 稳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near 侧压维极平坦（d4≈d64）：信息冗余大，8 维即够 + 真实管线滑窗兜底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MLA q/k 下投影：Qwen3 纯 GQA 满秩无自带低秩结构——SVD 近似即 E66 已判 negative；DeepSeek MLA latent 索引 = future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E67：感知型 per-request gate 完整梯度判决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pred_e67_tau0{1,2}_score.json；对照 = gate_off（musique 27.57 / qasper 40.37）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触发程度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musique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qasper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合计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判决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0.01（默认）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近 no-op（1.1% 输出分歧）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「无损」证据强度不足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实质非零（11.8% 实体分歧）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27.80 (+0.23)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39.96 (−0.41)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−0.18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微损不崩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安全/多跳边界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27.84 (+0.27)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39.70 (−0.67)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−0.40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微损不崩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梯度单调（τ×3 → 损失×2.2）；qasper（far 总量 0.55-0.95）主要承受方，musique 反微升</a:t>
            </a:r>
          </a:p>
          <a:p>
            <a:pPr>
              <a:defRPr sz="1250">
                <a:solidFill>
                  <a:srgbClr val="3A7D44"/>
                </a:solidFill>
              </a:defRPr>
            </a:pPr>
            <a:r>
              <a:t>• 对照静态版掉 4.8-5.9 分：per-request 动态信号（prefill last1 corr 0.924）防住反向错误</a:t>
            </a:r>
          </a:p>
          <a:p>
            <a:pPr>
              <a:defRPr sz="1250">
                <a:solidFill>
                  <a:srgbClr val="2F6F9F"/>
                </a:solidFill>
              </a:defRPr>
            </a:pPr>
            <a:r>
              <a:t>• gate 终定位 = 「安全省算力的保守开关」而非精度增益点：正收益未兑现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速度侧资产：跳 near 空间 31% 层/2.3% mass@τ0.1 &gt; 跳 far 12%/1.7%；τ≥0.2 才有可观跳层空间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消融定稿：六维参数空间（E64a-j，132 臂 + E72 五臂 e2e）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用户一般化框架：mid 分 near/far → 降维 → 双区各自粗筛+细筛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依据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α（near 区比例）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51+81 臂网格单调递减；最优内部臂恒 α.125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β（near 页预算）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0.375 / 0.25 双臂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任务形态依赖：LongBench 多跳 β.375 占优 / RULER 合成 needle β.25 占优（双臂并报）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γ（near token 预算）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必须随 K2 等比缩放；γ.5 在 K2=1024 far 崩（B0 13.51 教训）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far_method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块上界 mono 最稳 0.9166；e2e 冠军臂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near_method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near 侧自由度 ≤0.003（E64i 双预算口径）；异 method 组合删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降维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tail32 / 细筛 PCA d16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tail32 两段互补机理（E73）；监督投影 e2e 崩（negative）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分区价值主张：near 免 min/max 打分 = 结构性带宽节省 + 紧预算分配质量（e2e 双口径判决）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kernel 资产：fused L1 3.6× / L2 级联 1.63× / M11 prefill e2e 4.30×；「L1 容多选、L2 不能」级联边界</a:t>
            </a:r>
          </a:p>
          <a:p>
            <a:pPr>
              <a:defRPr sz="1250">
                <a:solidFill>
                  <a:srgbClr val="C1443C"/>
                </a:solidFill>
              </a:defRPr>
            </a:pPr>
            <a:r>
              <a:t>• negative results 全家桶：聚类代表 / TC 化反慢 0.63× / 在线信号失效 / 跨层复用失效 / nope 全链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结论与剩余工作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全部主线实验收官；#74 创新点重评估 + paper 重写进行中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7D44"/>
                </a:solidFill>
              </a:defRPr>
            </a:pPr>
            <a:r>
              <a:t>• 主结果：LongBench 50.54（E72）/ RULER 87.93（B7s）——双臂并报，training-free 稀疏索引器双基准逼近或超越 FullKV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创新点定稿：A 子空间粗筛（tail32 两段互补机理）/ B' 分区预算（e2e 成立）/ D' gate（安全开关消融）/ 口径鸿沟（方法论贡献）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速度三支柱：kernel fused 1.63-3.6× / 30B 64K e2e 1.285× / 8B 稳态 decode 1.21×——对拍精确一致 + 逐字一致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双口径铁律贯穿：kernel microbench 与 e2e 都测都报；trace 排名不可替代 e2e 判决（五臂全反转实证）</a:t>
            </a:r>
          </a:p>
          <a:p>
            <a:pPr>
              <a:defRPr sz="1400">
                <a:solidFill>
                  <a:srgbClr val="2F6F9F"/>
                </a:solidFill>
              </a:defRPr>
            </a:pPr>
            <a:r>
              <a:t>• 剩余：paper 全文重写（tex v2 已更新至终局数字）+ 投稿打磨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