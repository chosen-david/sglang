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2F6F9F"/>
                </a:solidFill>
              </a:rPr>
              <a:t>TLI: Two-Level Indexer</a:t>
            </a:r>
          </a:p>
          <a:p>
            <a:pPr algn="ctr"/>
            <a:r>
              <a:rPr sz="1800">
                <a:solidFill>
                  <a:srgbClr val="222222"/>
                </a:solidFill>
              </a:rPr>
              <a:t>质量守恒（≈TIA）前提下的索引侧降本：A 子空间 + B' 分区预算 + D' 层跳过</a:t>
            </a:r>
          </a:p>
          <a:p>
            <a:pPr algn="ctr"/>
            <a:r>
              <a:rPr sz="1300">
                <a:solidFill>
                  <a:srgbClr val="555555"/>
                </a:solidFill>
              </a:rPr>
              <a:t>进展汇报 v6（M8-M10 kernel/e2e 兑现 + NIAH 质量评测 + 测量学诚实修正）｜ Qwen3-8B/32B × 真实 trace × sglang ｜ 2026-09-26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7D44"/>
                </a:solidFill>
              </a:rPr>
              <a:t>论文定位与贡献（claim 收紧后）</a:t>
            </a:r>
          </a:p>
          <a:p>
            <a:r>
              <a:rPr sz="1300">
                <a:solidFill>
                  <a:srgbClr val="555555"/>
                </a:solidFill>
              </a:rPr>
              <a:t>质量=守恒而非胜出（TLI 49.92 ≈ TIA 50.06，−0.44 vs FullKV）；主卖点=同精度下索引侧降本 + 系统加速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766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F6F9F"/>
                </a:solidFill>
              </a:rPr>
              <a:t>• A 位置稳定子空间粗筛（低频尾维）→ 两级索引的「非对称压缩定律」：L1 可粗、L2 必精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8B/32B 双规模验证：机制存在、强度递减（诚实泛化结论）；L1 d'=16 免费 / L2 δ=8 崩溃（边界已实测）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A7D44"/>
                </a:solidFill>
              </a:rPr>
              <a:t>• B' far/near 分区 L2 预算：远端独立配额防挤出；聚类代表降级为 negative result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far_tokens 128–256 饱和；far-heavy 层反超 TIA（L05 +0.0068）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1443C"/>
                </a:solidFill>
              </a:rPr>
              <a:t>• D' 离线校准层跳过：跳 13/36（32B 41/64）层；gate 泛化是最大风险 → held-out 验证列入待办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F6F9F"/>
                </a:solidFill>
              </a:rPr>
              <a:t>• S 系统贡献（分层表述）：索引侧 2.57× FLOP + sglang 原型→生产级（M3–M7）；e2e 胜利位=131K/大 batch HBM 流量，非 10K 档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对拍文化：replay 逐位 0.00e+00、e2e 逐字一致、集合 32/32 一致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Negative results = 护城河：每一项映射一个 final design decision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Venue 定位：MLSys/ASPLOS/SC 风（算法边界 + 系统集成 + 负结果），非纯精度论文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146304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2.57×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索引 FLOP 全层平均（E8-1）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301752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C14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1443C"/>
                </a:solidFill>
              </a:rPr>
              <a:t>6.6×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decode 原型→生产级（M3→M5，bs=32）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57200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32×↓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TLI vs DSA 每 token 索引 MAC（本轮实测口径）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动机：注意力的真实形态是三层分解（H1）</a:t>
            </a:r>
          </a:p>
          <a:p>
            <a:r>
              <a:rPr sz="1300">
                <a:solidFill>
                  <a:srgbClr val="555555"/>
                </a:solidFill>
              </a:rPr>
              <a:t>总 mass 口径被 sink 稀释 → 论文质量口径三件套：剩余 mass coverage + 远端 recall + 端到端分数</a:t>
            </a:r>
          </a:p>
        </p:txBody>
      </p:sp>
      <p:pic>
        <p:nvPicPr>
          <p:cNvPr id="3" name="Picture 2" descr="fig1_h1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132320" cy="42040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55448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sink（前 64 tok）：0.37–0.71 质量大头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near（末 2048 tok）：0.16–0.29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far（中间区）：0.02–0.29，任务相关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1443C"/>
                </a:solidFill>
              </a:rPr>
              <a:t>• 口径陷阱：dense top-1024 mass 覆盖恒 1.0000；竞争区仅占总 mass 0.515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→ 主口径=剩余 mass coverage（0.953）+ 远端 recall 单独报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→ 补 RULER/NIAH/passkey 直接压力测试 far 检索（待办）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创新点 A：非对称压缩定律——L1 可粗；L2 瓶颈在「表示」不在「维数」</a:t>
            </a:r>
          </a:p>
          <a:p>
            <a:r>
              <a:rPr sz="1300">
                <a:solidFill>
                  <a:srgbClr val="555555"/>
                </a:solidFill>
              </a:rPr>
              <a:t>本轮扩展（300 行 + 机制分离 + 投影对照）：维度选择口径 L2 不可压；投影表示口径 L2 也可压</a:t>
            </a:r>
          </a:p>
        </p:txBody>
      </p:sp>
      <p:pic>
        <p:nvPicPr>
          <p:cNvPr id="3" name="Picture 2" descr="fig2_e3_sub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766560" cy="3627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37160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8B（E3）：d'=32 recall 0.729 ≈ 全维；random/highfreq 崩溃；32B 泛化强度递减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扩展测试（5 trace×5 层×3 t）：选择口径 δ=16→8 far rec 0.557→0.378；fp32 vs 4bit 仅差 2–5% → 病因=维度非量化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A7D44"/>
                </a:solidFill>
              </a:rPr>
              <a:t>• 投影对照（NEW）：PCA16 0.532 ≈ 选择32 0.557（打分维度砍半）；PCA32 0.682 = +0.125；跨任务 PCA 基迁移仅 −0.024（离线校准同 D' 哲学）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C1443C"/>
                </a:solidFill>
              </a:rPr>
              <a:t>• 随机投影崩溃（0.147/0.246）：JL 保范数不保 GQA 求和点积排序——K 协方差结构是本质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F6F9F"/>
                </a:solidFill>
              </a:rPr>
              <a:t>• 修正结论：L2 的信息瓶颈在表示方式——投影可压、选择不可压；打分 FLOP 可再减半（工程集成待办）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80644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d'=16 免费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L1 维度再减半（M6）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580644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PCA16≈选32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投影表示同质砍半维（本轮）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创新点 B'：far/near 分区预算——机制已实测定位（本轮消融）</a:t>
            </a:r>
          </a:p>
          <a:p>
            <a:r>
              <a:rPr sz="1300">
                <a:solidFill>
                  <a:srgbClr val="555555"/>
                </a:solidFill>
              </a:rPr>
              <a:t>GPT 质询「far 在 L1 被剪掉 L2 救不回」→ 三版本消融 + survival curve 定量回答</a:t>
            </a:r>
          </a:p>
        </p:txBody>
      </p:sp>
      <p:pic>
        <p:nvPicPr>
          <p:cNvPr id="3" name="Picture 2" descr="fig3_e4c_strict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863840" cy="35788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137160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三版本消融（5 trace × 5 层 × 2 t）：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A7D44"/>
                </a:solidFill>
              </a:rPr>
              <a:t>   L1 存活(oracle far) 0.93–1.00——far 在 L1 被剪不发生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C1443C"/>
                </a:solidFill>
              </a:rPr>
              <a:t>   hier(L1 分区) No-Go：far 池 94→16 块，mass cov 0.846→0.811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F6F9F"/>
                </a:solidFill>
              </a:rPr>
              <a:t>   B' 增益机制=近端名额保障（L05 cov剩 0.600→0.726，far mass 同值 0.999）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→ 正确形态=分区只在 L2 终选级（当前实现）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far_tokens 128–256 饱和；聚类降级 negative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名额口径陷阱（本轮发现）：global top-K2 下 far 平均占 569/1024 名额（4bit 噪声+基数效应）——far_rec 虚高但 cov剩 反降；B' 把名额分配从「分数噪声驱动」改为「预算驱动」，far 截到 256 质量不损（far mass cov 0.999 同值）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创新点 D'：离线校准层跳过——跨规模复验成立，gate 泛化是最大风险</a:t>
            </a:r>
          </a:p>
          <a:p>
            <a:r>
              <a:rPr sz="1300">
                <a:solidFill>
                  <a:srgbClr val="555555"/>
                </a:solidFill>
              </a:rPr>
              <a:t>强证据：8B 跳 13/36、32B 跳 41/64 precision 0.993；风险：gate 需 held-out 验证去 oracle 化</a:t>
            </a:r>
          </a:p>
        </p:txBody>
      </p:sp>
      <p:pic>
        <p:nvPicPr>
          <p:cNvPr id="3" name="Picture 2" descr="fig4_e6_layer_sk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949440" cy="4057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64592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8B：跳 13/36 层，precision 0.92–1.00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32B 泛化更强：跳 41/64 层（64%），precision 0.993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far 层轮廓双峰跨模型同构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1443C"/>
                </a:solidFill>
              </a:rPr>
              <a:t>• 失败史（写进论文）：在线信号 corr≈0 / far 总量判据重叠 / 全局掩码跨任务不泛化 / per-task 重校准长度失配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→ 最终 gate：离线 per-task 层轮廓校准（同长度同分布 trace）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→ 补 held-out 任务/长度切分验证：报告 gate precision + 误跳损失（待办）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TLI 架构</a:t>
            </a:r>
          </a:p>
          <a:p>
            <a:r>
              <a:rPr sz="1300">
                <a:solidFill>
                  <a:srgbClr val="555555"/>
                </a:solidFill>
              </a:rPr>
              <a:t>A + B' + D' 数据流 + 空间分区语义：far 区 [sink, S-2048) 是两级索引唯一服务对象</a:t>
            </a:r>
          </a:p>
        </p:txBody>
      </p:sp>
      <p:pic>
        <p:nvPicPr>
          <p:cNvPr id="3" name="Picture 2" descr="fig7_tli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89920" cy="50365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1206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分区语义（源码实证 + 本轮消融）：L1 块筛=全局 top-K1（near 带 34 块也参与竞争，但 far 池保底 ≥94 块，oracle far L1 存活 0.93–1.00）；B' 分区发生在 L2 终选级——far 池 [sink, t+1-2048) 独立 top-256 + 近端带独立 top-768；滑窗强制位不占配额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F6F9F"/>
                </a:solidFill>
              </a:rPr>
              <a:t>• D' 跳层 = 减少需要远端检索的层数；A = 减少 L1 粗筛读/算；B' = 名额分配从分数噪声驱动改为预算驱动（近端下限保障 + far 截断不损质量）——三个创新点正交于一条审稿故事线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7D44"/>
                </a:solidFill>
              </a:rPr>
              <a:t>系统贡献：sglang 全链路集成（M3–M10）——分层表述 claim</a:t>
            </a:r>
          </a:p>
          <a:p>
            <a:r>
              <a:rPr sz="1300">
                <a:solidFill>
                  <a:srgbClr val="555555"/>
                </a:solidFill>
              </a:rPr>
              <a:t>可 claim：原型→生产级工程路线（每步对拍零漂移）+ kernel 化兑现；不可 claim：10K 档胜过 triton 全量（收益位=长 S HBM）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949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2F6F9F"/>
                </a:solidFill>
                <a:latin typeface="Consolas"/>
              </a:rPr>
              <a:t>decode 阶梯                   bs=1      bs=8     bs=16     bs=32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Consolas"/>
              </a:rPr>
              <a:t>M3 原型                       51.4     369.7     666.4    1236.8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Consolas"/>
              </a:rPr>
              <a:t>M5 graph               17.7-36.8 70.3-75.587.5-115.2     188.6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Consolas"/>
              </a:rPr>
              <a:t>M8 kernel+graph             38.3      43.4      64.7      99.0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C1443C"/>
                </a:solidFill>
                <a:latin typeface="Consolas"/>
              </a:rPr>
              <a:t>triton graph                 7.8      12.8      18.7      31.7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463040"/>
            <a:ext cx="3840480" cy="105156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C14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1443C"/>
                </a:solidFill>
              </a:rPr>
              <a:t>12.5×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原型→生产级（bs=32，1236.8→99.0，323 tok/s）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2651760"/>
            <a:ext cx="3840480" cy="105156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2.11×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M10 prefill 30K（787→373s）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</a:rPr>
              <a:t>• M4-M7（v5 已报）：批量化共享 pool / CUDA graph 零同步 / kq 真 4bit（40B/tok-head）/ prefill 快路径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</a:rPr>
              <a:t>• M8 批量 select 四 kernel 组合（A gather+GEMV + B 压实 + C 双池直写 + D L1 fused）：23.25→1.80ms（12.9×@bs32/131K），三重对拍（torch.equal / 逐元素 0 / jaccard 1.0）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</a:rPr>
              <a:t>• M9 PCA 投影集成：同成本口径 far recall +27%（0.4423 vs 0.3480）、存储 40→24B/token-head、六路径对拍全过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</a:rPr>
              <a:t>• M10 prefill 慢路径 kernel 化：快路径失效边界（nblk=480&gt;K1=128）归因 + M8 全套移植 → 末 chunk 983.8→140ms（7.0×）、e2e prefill 双档 2.11×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C1443C"/>
                </a:solidFill>
              </a:rPr>
              <a:t>• 诚实边界：30K 档 decode 仍慢 triton 1.5×（N=256 双侧口径）；prefill 慢 ~6.4×（结构性 topk 67%）——翻转点 S≈128K（H100 主表）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同机 kernel 对比：Quest / DSA / TLI</a:t>
            </a:r>
          </a:p>
          <a:p>
            <a:r>
              <a:rPr sz="1300">
                <a:solidFill>
                  <a:srgbClr val="555555"/>
                </a:solidFill>
              </a:rPr>
              <a:t>官方 kernel 原样接入统一 harness，同机同口径诚实报告——H20-3e，decode 单 token per-layer-call，ms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2F6F9F"/>
                </a:solidFill>
                <a:latin typeface="Consolas"/>
              </a:rPr>
              <a:t>indexer @131K        S=10K     S=40K    S=131K    存储/tok       训练?     LB-13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Quest 官方             0.066     0.077     0.107      ~1KB        免训     47.72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DSA 官方               0.476     0.490     0.503     ~132B        需训         —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TLI eager            0.736     0.780     0.853     ~336B        免训     49.92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C1443C"/>
                </a:solidFill>
                <a:latin typeface="Consolas"/>
              </a:rPr>
              <a:t>TLI fusedL1          0.604     0.658     0.787     ~336B        免训     49.92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555555"/>
                </a:solidFill>
              </a:rPr>
              <a:t>• 口径：Quest = page GEMV(q·kmin/kmax, fp16 32head) + 官方 raft decode_select_k(radix, k=64pages=1024tok)；DSA = 官方 tilelang fp8_index(64head×128d FP8 GEMV) + topk(2048)；TLI = 两级 select 全链路（真实 trace 两层均值，Hkv=8 GQA vs DSA 64head×128d 生产配置，架构差异如实报告）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</a:rPr>
              <a:t>• Quest 索引最快（µs 级 GEMV+radix）但代价是 1KB/token 索引存储（3× TLI）且 LongBench −2.2 分；DSA 0.5ms 与 S 无关（launch 主导）但需训练 indexer（1000 步/2.1B token warm-up）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C1443C"/>
                </a:solidFill>
              </a:rPr>
              <a:t>• 诚实结论：TLI 当前原始延迟不占优（0.6–0.83 vs DSA 0.5ms）——但每 token 索引 MAC 32×↓（8kv-head×32d vs 64×128）、D' 跳 13/36 层摊销，且质量 +2.2 分 vs Quest；差距来源=eager topk/gather 的 launch 开销，M8 kernel 化是兑现路径（算力/存储余量已备好）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索引开销与 fused kernel（E8）</a:t>
            </a:r>
          </a:p>
          <a:p>
            <a:r>
              <a:rPr sz="1300">
                <a:solidFill>
                  <a:srgbClr val="555555"/>
                </a:solidFill>
              </a:rPr>
              <a:t>正确解释：省算集中在 skip layers 与 L1 侧；attention 主计算量不变（K2 固定）——不包装成主算子胜利</a:t>
            </a:r>
          </a:p>
        </p:txBody>
      </p:sp>
      <p:pic>
        <p:nvPicPr>
          <p:cNvPr id="3" name="Picture 2" descr="fig5_e8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241280" cy="4730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E8-1: 跳层 4.88× / 非跳层 1.27×（A 子空间贡献）/ 全层平均 2.57×；index-side efficiency，非 attention 主算子加速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E8-2: L1 fused 3.6×/1.6×（块 id 对拍一致）+ L2 级联 fused 1.63×（分区 topk 对拍 4096/4096）——完整两级仅 2 launches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M8-M10：kernel 化兑现（NEW）</a:t>
            </a:r>
          </a:p>
          <a:p>
            <a:r>
              <a:rPr sz="1300">
                <a:solidFill>
                  <a:srgbClr val="555555"/>
                </a:solidFill>
              </a:rPr>
              <a:t>批量 select 12.9× / prefill 慢路径 7.0× / e2e 双档 2.11×——S9 的「延迟不占优」差距正在闭合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7589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2F6F9F"/>
                </a:solidFill>
                <a:latin typeface="Consolas"/>
              </a:rPr>
              <a:t>微基准（H20）                 eager    kernel        加速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Consolas"/>
              </a:rPr>
              <a:t>批量 select bs32/131K    23.25ms    1.80ms     12.9×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Consolas"/>
              </a:rPr>
              <a:t>prefill 末 chunk 30K    983.8ms   140.0ms      7.0×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Consolas"/>
              </a:rPr>
              <a:t>e2e prefill bs=8 30K    786.8s    373.0s     2.11×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C1443C"/>
                </a:solidFill>
                <a:latin typeface="Consolas"/>
              </a:rPr>
              <a:t>e2e prefill bs=16 30K   1564.9s    741.4s     2.11×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8056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M8 四 kernel 组合：A=gather+寄存器内反量化+GEMV（P5 20.5→0.48ms，1.55TB/s 有效带宽）/ B=候选压实 topk-min / C=far/near -inf 双池直写 / D=L1 行间接直读 pool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M10 归因核心=快路径失效边界：S=30K 时 nblk=480 ≫ K1=128 → 慢路径必然触发；移植 M8 全套 + row_chunk 64→512（不物化 kq_c 解耦显存）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A7D44"/>
                </a:solidFill>
              </a:rPr>
              <a:t>• 对拍文化延续：torch.equal / 逐元素差 0 / jaccard 1.0 / tie 容忍对称差 ≤2（GEMV 归约序 2.4e-07）；M5/M9 回归全过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C1443C"/>
                </a:solidFill>
              </a:rPr>
              <a:t>• 剩余结构性：三个 topk radix ~0.9ms（far k=256 + near k=1024 over Tc）——CUDA graph 静态宽度约束，需语义近似或破图形状，暂不做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7D44"/>
                </a:solidFill>
              </a:rPr>
              <a:t>NIAH 检索质量评测（RULER 口径，S=32K，NEW）</a:t>
            </a:r>
          </a:p>
          <a:p>
            <a:r>
              <a:rPr sz="1300">
                <a:solidFill>
                  <a:srgbClr val="555555"/>
                </a:solidFill>
              </a:rPr>
              <a:t>far-heavy 极端压力口径：tli 0.625 vs dense 1.000；far 区命中 0.66 与 E4c 量级吻合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7589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2F6F9F"/>
                </a:solidFill>
                <a:latin typeface="Consolas"/>
              </a:rPr>
              <a:t>后端                   seed1     seed2        合并     far 区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Consolas"/>
              </a:rPr>
              <a:t>triton dense         1.000     1.000     1.000         —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Consolas"/>
              </a:rPr>
              <a:t>tli far=128          0.550     0.700     0.625      0.66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Consolas"/>
              </a:rPr>
              <a:t>tli far=256          0.650     0.600     0.625      0.66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C1443C"/>
                </a:solidFill>
                <a:latin typeface="Consolas"/>
              </a:rPr>
              <a:t>tli far=512          0.550     0.700     0.625      0.66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2336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555555"/>
                </a:solidFill>
              </a:rPr>
              <a:t>• 口径：S=32041 token 精确截断、深度 5-95% 十档 × 2 样本 × 2 seed、LongBench 拼接 haystack + magic number needle、temperature=0 数字串匹配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</a:rPr>
              <a:t>• 失败模式定位：模型输出 haystack 干扰数字（74/12/1940/1228）而非茫然拒答——needle 未进 far 选择集，与 far rec@256≈0.5-0.56 量级吻合；near 保障区 8/8 全过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</a:rPr>
              <a:t>• far 预算 [128,512] 不敏感：限制因子是 far 池整体召回 ~0.66 而非预算切分——0.625 vs dense 1.0 是 0.8% far 预算的本质限制，与 Quest/HISA 论文 NIAH 损失同性质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F6F9F"/>
                </a:solidFill>
              </a:rPr>
              <a:t>• 两端口径互补：LongBench 主表（均值负载，49.92 vs 50.36）+ NIAH（极端压力）——同一系统在两种负载下的完整质量画像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测量学诚实修正两例（复测铁律的价值实证）</a:t>
            </a:r>
          </a:p>
          <a:p>
            <a:r>
              <a:rPr sz="1300">
                <a:solidFill>
                  <a:srgbClr val="555555"/>
                </a:solidFill>
              </a:rPr>
              <a:t>同一项目 24h 内两次主动撤回自己的 headline——双口径复测写入工作流程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C1443C"/>
                </a:solidFill>
              </a:rPr>
              <a:t>• 案例 1：decode 差分法信噪比失效。初版 N=64 报「bs=16×30K tli 47.7 ≈ triton 48.1 打平 dense 基线」——N=256 双侧复测撤回：decode 信号 3-4s ≪ 数百秒 prefill 段间波动 4-8s（信噪比 &lt;1）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</a:rPr>
              <a:t>   可信数字：tli 45.1/67.1 vs triton 30.0/43.4 ms/step = 稳定慢 1.50×/1.55×；tli bs 扩展比 1.49× 与 9.9K 口径完全一致（交叉验证）；初版「triton 线性翻倍 1.89×」同样是噪声（复测 1.45×）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</a:rPr>
              <a:t>   教训：decode 差分只在 prefill ≲ 10s 时可信；长 prefill 复测用 N=256；长 prefill 期间不得同机他 GPU 跑任务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1443C"/>
                </a:solidFill>
              </a:rPr>
              <a:t>• 案例 2：NIAH 单 seed 钟形被反转。seed1 far 预算三点 0.550/0.650/0.550（钟形，256 平衡点）——seed2 反转 0.700/0.600/0.700，合并 n=40 三点完全持平 0.625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</a:rPr>
              <a:t>   教训：n=16 far 槽位二项噪声 ±0.11；单 seed n=20 差分结论必须复测才能写论文；「512 挤近端」机制在此 n 下不显性（E5b 主表 n=200×13 结论不受影响）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F6F9F"/>
                </a:solidFill>
              </a:rPr>
              <a:t>• 两案例共性：初版数字均为真实测量、无 cherry-pick——但小样本差分的方差被系统性低估；复测不是推翻而是校准，项目可信度反而提升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TLI vs TIA 逐层质量（E5b debug，hotpotqa）</a:t>
            </a:r>
          </a:p>
          <a:p>
            <a:r>
              <a:rPr sz="1300">
                <a:solidFill>
                  <a:srgbClr val="555555"/>
                </a:solidFill>
              </a:rPr>
              <a:t>全 36 层 diff &lt; 0.001；far-heavy 层反超（分区防挤出）——质量守恒的直接证据</a:t>
            </a:r>
          </a:p>
        </p:txBody>
      </p:sp>
      <p:pic>
        <p:nvPicPr>
          <p:cNvPr id="3" name="Picture 2" descr="fig6_tli_vs_tia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326880" cy="50006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371600" y="566928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36/36 层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diff &lt; 0.001 vs TIA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566928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+0.0068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L05 反超 TIA（0.9997 vs 0.9929）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E5b：LongBench 13 子集主表（+ 负向任务诊断）</a:t>
            </a:r>
          </a:p>
          <a:p>
            <a:r>
              <a:rPr sz="1300">
                <a:solidFill>
                  <a:srgbClr val="555555"/>
                </a:solidFill>
              </a:rPr>
              <a:t>质量 claim 收紧：近似守恒（−0.14 vs TIA / −0.44 vs FullKV），不是全面胜出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1">
                <a:latin typeface="Consolas"/>
              </a:rPr>
              <a:t>task              FullKV   Quest     TIA     TWI     TLI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hotpotqa           53.48   45.74   53.89   48.98   53.96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2wikimqa           38.29   38.46   38.27   36.16   39.07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musique            32.14   27.25   32.28   23.60   31.35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passage_ret_en     100.0   98.50   99.50   98.50   100.0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qasper             44.17   40.13   44.03   38.96   44.03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multifieldqa_en    53.40   51.01   53.19   48.11   52.98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gov_report         33.17   32.13   33.43   33.09   32.41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qmsum              23.53   22.21   23.90   23.98   22.77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multi_news         24.93   24.95   24.73   24.99   24.66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narrativeqa        25.61   20.64   22.18   26.19   23.14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triviaqa           90.71   87.55   89.82   89.59   90.22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lcc                68.81   68.34   69.14   66.22   68.74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repobench-p        66.50   63.41   66.40   63.87   65.59</a:t>
            </a:r>
          </a:p>
          <a:p>
            <a:pPr>
              <a:spcAft>
                <a:spcPts val="100"/>
              </a:spcAft>
            </a:pPr>
            <a:r>
              <a:rPr sz="1150" b="1">
                <a:latin typeface="Consolas"/>
              </a:rPr>
              <a:t>AVG                50.36   47.72   50.06   47.86   49.92</a:t>
            </a:r>
            <a:r>
              <a:rPr sz="1100" b="1">
                <a:solidFill>
                  <a:srgbClr val="3A7D44"/>
                </a:solidFill>
              </a:rPr>
              <a:t>  ← TLI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9204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C1443C"/>
                </a:solidFill>
              </a:rPr>
              <a:t>• 负向任务逐项诊断（GPT 复盘采纳）：musique −0.93 / gov_report −1.02 / qmsum −1.13 / repobench-p −0.81 vs TIA——musique/qasper 已定位为 D' gate 错位（关 D' 后精确恢复）；长摘要类疑似层跳过干扰全局聚合；正向任务 2wikimqa/hotpotqa/passage 支持分区预算价值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</a:rPr>
              <a:t>• D'-gate：far 总量 &lt;0.3 的任务启用层掩码（4.88× 索引省算），多跳任务不跳层；补：多 seed/置信区间 + 远端挤出比例图（TIA vs TLI-B'）列入待办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Negative Results（论文护城河）</a:t>
            </a:r>
          </a:p>
          <a:p>
            <a:r>
              <a:rPr sz="1300">
                <a:solidFill>
                  <a:srgbClr val="555555"/>
                </a:solidFill>
              </a:rPr>
              <a:t>每一项映射一个 final design decision——不是实验流水账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E4c：严格 token 预算下，kmeans 聚类代表无一致优势（块 0.09–0.39 / token 0.45–0.79）；E4b 的 4–10× 占优含整簇超选 bug → 【decision】B' = 分区预算而非聚类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E5：跨层 mask 复用 IoU 0.33；decode churn 22%；在线 L1 信号与 far 质量 corr≈0 → 【decision】D' 必须离线校准，无在线捷径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H1/M4：dense top-1024 mass 覆盖恒 1.0000；竞争区仅占总 mass 0.515 → 【decision】主指标改剩余 mass coverage + 远端 recall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M6+扩展：L2 细筛维度选择不可压（δ→8 far rec 0.557→0.378，病因=维度非量化）；投影表示可压（PCA16≈选32）→ 【decision】非对称压缩定律精化：L1 上界可粗，L2 瓶颈在表示方式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分区消融（本轮）：hierarchical（L1 far/near 分区保底）No-Go——near 带仅 34 块 vs K1=128，far 池天然 ≥94 块（oracle far L1 存活 0.93–1.00）；L1 强制分区反把 far 池砍到 16 块 → 【decision】分区只需在 L2 终选级（当前实现即正确形态）；B' 增益机制=近端名额保障（far mass cov 同值 0.999）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投影对照（本轮）：随机投影崩溃（JL 保范数不保 GQA 点积排序）→ 【decision】降维必须用 K 协方差结构（PCA/校准基），不能用免校准随机基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M3-b：L2 级联纯 kernel 化 No-Go（4bit 并列过选无人兜底 + 二分串行反慢 4.5×）→ 【decision】级联分工：L1 容忍多选、topk 留给 torch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E5b：D' far 总量 gate 判据跨模型重叠（8B/32B 均不成立）；per-task 重校准长度失配更差 → 【decision】gate = per-task 层轮廓校准 + held-out 验证（待办）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555555"/>
                </a:solidFill>
              </a:rPr>
              <a:t>批判性复盘响应（外部 review 采纳清单）</a:t>
            </a:r>
          </a:p>
          <a:p>
            <a:r>
              <a:rPr sz="1300">
                <a:solidFill>
                  <a:srgbClr val="555555"/>
                </a:solidFill>
              </a:rPr>
              <a:t>对 v4 的 19 页批判性复盘逐条分析：7 项采纳、2 项修正、其余已满足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采纳① claim 收紧：质量=守恒（≈TIA）而非胜出 FullKV；卖点二选一已定调=性能（同精度下索引降本+加速）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采纳② 系统贡献分层：6.6× 明确标注为「原型→生产级」工程进步；10K 档 vs triton 差距继续如实报告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采纳③ 负向任务逐项诊断 + 三张诊断图建议（任务×D'启用×delta 二维表 / 远端挤出比例图 / 任务级 residual coverage 相关性）——前两张列入待办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采纳④ A 表述升级「非对称压缩定律」/ positional-stable subspace bound（S4 已改）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采纳⑤ negative result → design decision 映射写法（S13 已改）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采纳⑥ venue 定位 MLSys/ASPLOS/SC + Go/No-Go 硬阈值管理（S15）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采纳⑦ RULER/NIAH/passkey + held-out gate + 多 seed 置信区间列入待办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1443C"/>
                </a:solidFill>
              </a:rPr>
              <a:t>• 修正① 「kernel 打不打得过」不用猜——本轮已补同机实测（S9）：Quest/DSA 官方 kernel 原样接入，TLI 延迟当前不占优但 MAC 32×↓ + 质量优势，兑现路径明确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1443C"/>
                </a:solidFill>
              </a:rPr>
              <a:t>• 修正② 「E8 与 E2E 关系」补分离口径：index/select/sparse-attn/decode-E2E 分开报（S9 表 + S8 归因行），2.57× 不冒充 E2E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待办与计划（含 Go/No-Go 硬阈值）</a:t>
            </a:r>
          </a:p>
          <a:p>
            <a:r>
              <a:rPr sz="1300">
                <a:solidFill>
                  <a:srgbClr val="555555"/>
                </a:solidFill>
              </a:rPr>
              <a:t>算法侧收敛 → 剩系统侧收尾 + 主表 + held-out 验证 + 写作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3A7D44"/>
                </a:solidFill>
              </a:rPr>
              <a:t>• 算法侧 ✅：A（双规模 + 维度边界）/ B'（重定位 + 敏感性）/ D'（跨规模 + gate 失败史）——结论可写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A7D44"/>
                </a:solidFill>
              </a:rPr>
              <a:t>• 系统侧 ✅ 全收官（M3–M10）：decode 原型→生产级 12.5×（bs32 1236.8→99.0ms/step，323 tok/s）+ prefill kernel 化 2.11× + 4bit 3.2× + PCA +27%，每步对拍零漂移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A7D44"/>
                </a:solidFill>
              </a:rPr>
              <a:t>• kernel 对比 ✅：Quest/DSA 官方 kernel 同机接入 + M8 批量 select 12.9× 兑现（1.80ms@bs32/131K）——TLI batched 路径已可与 DSA 单 token 路径同台（口径不同如实标注）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A7D44"/>
                </a:solidFill>
              </a:rPr>
              <a:t>• NIAH 质量评测 ✅（本轮）：RULER 口径 S=32K 双 seed——tli 0.625 vs dense 1.0（far 池本质限制，与 Quest/HISA 同性质）；LongBench 主表 + NIAH 构成两端口径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A7D44"/>
                </a:solidFill>
              </a:rPr>
              <a:t>• 测量学修正流程 ✅（本轮）：N=256 复测 / 双 seed 复测撤回两例噪声 headline——复测铁律已内化为工作流程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1443C"/>
                </a:solidFill>
              </a:rPr>
              <a:t>• 主表缺口：H100 吞吐 + S=131K + bs≥16（机器申请中）——30K 档 decode 慢 1.5×、翻转点 S≈128K 的外推验证位；RULER 全量/passkey 视 H100 进度补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1443C"/>
                </a:solidFill>
              </a:rPr>
              <a:t>• gate held-out 验证（precision ≥0.98，误跳损失 &lt;0.3 分；否则 D' 降级为 oracle/ablation）+ 多 seed 置信区间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论文写作（MLSys/ASPLOS/SC 骨架：算法边界 + 系统集成 + 负结果护城河 + 测量学方法论）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